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3774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237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00"/>
                </a:solidFill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96112" y="73152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Target MCP Server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96112" y="512064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AI Assistants to Your Experimentation Data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589520" y="201168"/>
            <a:ext cx="1280160" cy="411480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0" y="201168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BETA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" y="1024128"/>
            <a:ext cx="4114800" cy="3749040"/>
          </a:xfrm>
          <a:prstGeom prst="roundRect">
            <a:avLst>
              <a:gd name="adj" fmla="val 3415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52400" dist="38100" dir="2700000">
              <a:srgbClr val="000000">
                <a:alpha val="35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152144"/>
            <a:ext cx="420624" cy="42062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87552" y="1115568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MCP Server?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75488" y="1664208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Context Protocol (MCP) is an open standard that lets AI assistants call back-end tools in a uniform way.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Target's MCP Server exposes 23 read-only tools across 10 categories — surfacing experimentation, personalization, and recommendations data directly inside Claude, ChatGPT, Cursor, and more.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acts as the decisioning layer; the AI assistant handles reasoning &amp; plain-language explanation — no UI navigation or API calls needed.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645152" y="1024128"/>
            <a:ext cx="2084832" cy="1828800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744" y="1188720"/>
            <a:ext cx="347472" cy="34747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73168" y="159105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Inspect &amp; Audit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773168" y="1993392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status, change history &amp; QA preview links for any activity — no UI needed.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967728" y="1024128"/>
            <a:ext cx="2084832" cy="1828800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118872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95744" y="1591056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Results</a:t>
            </a:r>
            <a:endParaRPr lang="en-US" sz="1100" dirty="0"/>
          </a:p>
        </p:txBody>
      </p:sp>
      <p:sp>
        <p:nvSpPr>
          <p:cNvPr id="20" name="Text 15"/>
          <p:cNvSpPr/>
          <p:nvPr/>
        </p:nvSpPr>
        <p:spPr>
          <a:xfrm>
            <a:off x="7095744" y="1993392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performance, revenue &amp; A4T reports for A/B, XT, AP &amp; Auto-Target activities.</a:t>
            </a:r>
            <a:endParaRPr lang="en-US" sz="950" dirty="0"/>
          </a:p>
        </p:txBody>
      </p:sp>
      <p:sp>
        <p:nvSpPr>
          <p:cNvPr id="21" name="Shape 16"/>
          <p:cNvSpPr/>
          <p:nvPr/>
        </p:nvSpPr>
        <p:spPr>
          <a:xfrm>
            <a:off x="4645152" y="2926080"/>
            <a:ext cx="2084832" cy="1828800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3090672"/>
            <a:ext cx="347472" cy="34747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4773168" y="34930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Audiences &amp; Offers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773168" y="3895344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&amp; inspect audiences, HTML offers, JSON offers &amp; Recommendations criteria.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6967728" y="2926080"/>
            <a:ext cx="2084832" cy="1828800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0" y="3090672"/>
            <a:ext cx="347472" cy="34747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95744" y="3493008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Implementation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7095744" y="3895344"/>
            <a:ext cx="182880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at.js settings, response tokens &amp; per-entity revision history.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30" name="Text 23"/>
          <p:cNvSpPr/>
          <p:nvPr/>
        </p:nvSpPr>
        <p:spPr>
          <a:xfrm>
            <a:off x="320040" y="4800600"/>
            <a:ext cx="8503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Target MCP Server  ·  ExperienceLeague Overview  ·  Slide 1 of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237744"/>
            <a:ext cx="438912" cy="438912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92608" y="23774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C0000"/>
                </a:solidFill>
              </a:rPr>
              <a:t>02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96112" y="73152"/>
            <a:ext cx="7589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— Use Cases &amp; Natural Language Workflows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96112" y="53035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in Claude Web · Claude Desktop · Claude Code · Cursor · ChatGPT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2608" y="100584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170432"/>
            <a:ext cx="329184" cy="3291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59536" y="114300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Audit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57200" y="1600200"/>
            <a:ext cx="2414016" cy="1371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57200" y="1664208"/>
            <a:ext cx="241401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A/B tests are active on the homepage? Show status, traffic allocation &amp; how long each has been running."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236976" y="100584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1568" y="1170432"/>
            <a:ext cx="329184" cy="32918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03904" y="114300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Review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3401568" y="1600200"/>
            <a:ext cx="2414016" cy="1371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401568" y="1664208"/>
            <a:ext cx="241401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all active tests that have reached statistical significance — which experiences are winning?"</a:t>
            </a:r>
            <a:endParaRPr lang="en-US" sz="950" dirty="0"/>
          </a:p>
        </p:txBody>
      </p:sp>
      <p:sp>
        <p:nvSpPr>
          <p:cNvPr id="17" name="Shape 13"/>
          <p:cNvSpPr/>
          <p:nvPr/>
        </p:nvSpPr>
        <p:spPr>
          <a:xfrm>
            <a:off x="6181344" y="1005840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170432"/>
            <a:ext cx="329184" cy="32918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48272" y="1143000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Analysis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345936" y="1600200"/>
            <a:ext cx="2414016" cy="1371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345936" y="1664208"/>
            <a:ext cx="241401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"Get the orders &amp; revenue report for activity AT4821 — which experience drives the most revenue per visitor?"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292608" y="3035808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200400"/>
            <a:ext cx="329184" cy="329184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59536" y="3172968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&amp; Preview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457200" y="3630168"/>
            <a:ext cx="2414016" cy="1371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57200" y="3694176"/>
            <a:ext cx="241401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"Generate QA preview URLs for activity 12345 so I can review all variants before activating."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3236976" y="3035808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1568" y="3200400"/>
            <a:ext cx="329184" cy="32918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03904" y="3172968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Management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3401568" y="3630168"/>
            <a:ext cx="2414016" cy="1371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3401568" y="3694176"/>
            <a:ext cx="241401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"List all audiences targeting mobile users and show which activities they're associated with."</a:t>
            </a:r>
            <a:endParaRPr lang="en-US" sz="950" dirty="0"/>
          </a:p>
        </p:txBody>
      </p:sp>
      <p:sp>
        <p:nvSpPr>
          <p:cNvPr id="32" name="Shape 25"/>
          <p:cNvSpPr/>
          <p:nvPr/>
        </p:nvSpPr>
        <p:spPr>
          <a:xfrm>
            <a:off x="6181344" y="3035808"/>
            <a:ext cx="2743200" cy="1828800"/>
          </a:xfrm>
          <a:prstGeom prst="roundRect">
            <a:avLst>
              <a:gd name="adj" fmla="val 6000"/>
            </a:avLst>
          </a:prstGeom>
          <a:solidFill>
            <a:srgbClr val="1F2937"/>
          </a:solidFill>
          <a:ln w="12700">
            <a:solidFill>
              <a:srgbClr val="1F2937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30000"/>
              </a:srgbClr>
            </a:outerShdw>
          </a:effectLst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3200400"/>
            <a:ext cx="329184" cy="32918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48272" y="3172968"/>
            <a:ext cx="202996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Audit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6345936" y="3630168"/>
            <a:ext cx="2414016" cy="13716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6345936" y="3694176"/>
            <a:ext cx="241401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"Show all changes made to activity 98765 in the last 30 days and who made them."</a:t>
            </a:r>
            <a:endParaRPr lang="en-US" sz="950" dirty="0"/>
          </a:p>
        </p:txBody>
      </p:sp>
      <p:sp>
        <p:nvSpPr>
          <p:cNvPr id="37" name="Shape 2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0A0F1A"/>
          </a:solidFill>
          <a:ln w="12700">
            <a:solidFill>
              <a:srgbClr val="0A0F1A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320040" y="4800600"/>
            <a:ext cx="8503920" cy="3429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 Target MCP Server  ·  ExperienceLeague Overview  ·  Slide 2 of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Adobe Target MCP Server</dc:title>
  <dc:subject>PptxGenJS Presentation</dc:subject>
  <dc:creator>PptxGenJS</dc:creator>
  <cp:lastModifiedBy>PptxGenJS</cp:lastModifiedBy>
  <cp:revision>1</cp:revision>
  <dcterms:created xsi:type="dcterms:W3CDTF">2026-06-14T17:26:10Z</dcterms:created>
  <dcterms:modified xsi:type="dcterms:W3CDTF">2026-06-14T17:26:10Z</dcterms:modified>
</cp:coreProperties>
</file>